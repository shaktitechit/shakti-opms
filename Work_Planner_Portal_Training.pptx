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34"/>
    <p:restoredTop sz="94610"/>
  </p:normalViewPr>
  <p:slideViewPr>
    <p:cSldViewPr snapToGrid="0" snapToObjects="1">
      <p:cViewPr varScale="1">
        <p:scale>
          <a:sx n="208" d="100"/>
          <a:sy n="208" d="100"/>
        </p:scale>
        <p:origin x="192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624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MANAGEMENT PLATFORM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Planner Portal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Training &amp; User Operations Manual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Plans  •  Office Tasks  •  Field Visits  •  Expense Claims  •  Senior Directives  •  Day-End Reports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Executive Overview &amp; Core Objectives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8463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Planner Portal • User Training &amp; Operations Manual • Internal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Core Objectives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0" y="1207008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28800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160020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fragmented communication across emails and chat apps.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unified daily planning for office tasks and on-ground visits.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100% auditability for field travel and expense reimbursement.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leadership real-time visibility into team velocity and milestones.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109728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Key Capabilities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1207008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74720" y="160020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&amp; Multi-Day Plan Generation with priority tagging.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Field Visit Tracker with Next Visit scheduling.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Senior Remarks and threaded directives.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Day-End Mailer with auto-generated summaries.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 Analysis for bottleneck detection and optimization.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109728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Key Business Impact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0" y="1207008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0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17920" y="160020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faster daily status rollups for department heads.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missing expense receipts with attached visit proofs.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historical record of customer visits and commitments.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transparency and automated accountability.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GOVERNANCE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User Roles &amp; Access Matrix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8463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Planner Portal • User Training &amp; Operations Manual • Internal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Field Executive / Member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0" y="1207008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28800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USER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160020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and drafts daily work plans.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office tasks and marks status updates.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field client visits and captures visit outcomes.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Attaches receipts and submits expense claims.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Day-End report and sends automated summary email.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109728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Team Lead / Manager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1207008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74720" y="160020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approves, or rejects subordinate plans.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urgent Senior Directives and coaching notes.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assigned team members via Team Manager view.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field visit completion rates and workload calendar.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or requests revisions on expense items.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109728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Finance &amp; Admin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0" y="1207008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0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 ADMIN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17920" y="160020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overall project and travel expenditures.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company letterhead PDF and Excel summaries.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Configures user allocation and team visibility matrix.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helpdesk tickets and system permissions.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WORKFLOW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Daily Work Planner Lifecycle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8463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Planner Portal • User Training &amp; Operations Manual • Internal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Morning Planning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0" y="1207008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28800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08:30 - 09:30 AM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160020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plan for current/next day.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Office Tasks &amp; Field Visits.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forward unclosed pending tasks.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plan for senior review.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109728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Live Execution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1207008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10:00 - 05:30 PM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74720" y="160020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task status (In Progress/Done).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client visit outcomes &amp; photos.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travel &amp; food expenses on-the-go.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manager directives.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109728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Day-End Wrap Up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0" y="1207008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0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05:30 - 06:30 PM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17920" y="160020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all items are updated.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next follow-up visits.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day-end achievement notes.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Day-End summary email to seniors.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GUIDE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Work Plan Creation &amp; Task Structuring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8463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Planner Portal • User Training &amp; Operations Manual • Internal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Form Setup &amp; Office Tasks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207008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TASKS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16002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Title: Provide a descriptive title (e.g. 'North Zone Client Demos').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Type Selection: Regular, Urgent, or Field-focused.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Priority: Set High / Medium / Low priority with estimated hours.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Time: Define expected completion time for each task item.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Autosave: Progress is continuously saved locally to prevent lost inputs.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Remarks: Add detailed execution notes when changing status.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Pending Items Carry-Forward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0" y="1207008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0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46320" y="16002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Import: Use 'Select Previous Pending Items' button.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Item Left Behind: Carries incomplete tasks from previous plans without retyping.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Context: Retains previous remarks and history.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Duplication: Use 'Copy Work Plan' tool for repeating routines.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Plan Type: Flexibly convert plan categories if field priorities change.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OPERATIONS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Field Visits &amp; Next Visit Planning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8463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Planner Portal • User Training &amp; Operations Manual • Internal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Visit Information &amp; Logging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207008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16002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Party Details: Record company name, contact person, and phone.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&amp; Agenda: Pre-define the objective (Demo, Payment Collection, Support).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Transit: Note site address and travel route.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Transitions: Planned ➔ In Progress ➔ Completed / Pending.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Summary: Record discussion minutes and client feedback.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Proofs: Attach geo-tagged site images or signed MOM copies.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Next Visit Follow-Up Engine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0" y="1207008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0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46320" y="16002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Next Visit Modal: Schedule the next appointment right while closing current visit.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Date &amp; Agenda: Set concrete deadlines for return visits.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History: Builds an uninterrupted audit trail of client interactions.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Drop-offs: Ensures commitments made to clients are tracked automatically.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CLAIMS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Expense Claims &amp; Verification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8463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Planner Portal • User Training &amp; Operations Manual • Internal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 Claim Submission Flow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207008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16002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Visit Linking: Every expense is tied directly to a specific work plan or visit.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Fuel (km count + rate), Public Transit, Hotel, Meals, Miscellaneous.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Attachments: Upload clear camera photos or PDF tax invoices.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Totals: Auto-sums daily expenditure in INR.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Submission: Included automatically in daily plan for manager review.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Audit &amp; Settlement Flow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0" y="1207008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0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46320" y="16002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Approval: Managers review itemized receipts before sign-off.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with Remarks: Managers can reject individual invalid expenses with feedback.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Reports: Export filtered expenses to Excel/PDF with company letterhead.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Settlement: Finance teams process audited claims swiftly without paper invoices.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DIRECTIVES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Senior Remarks &amp; Directives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8463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Planner Portal • User Training &amp; Operations Manual • Internal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Manager Directives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207008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16002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Feedback: Senior leaders post comments directly on any plan or item.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Directives: Flag urgent items that require immediate redirection.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Threaded Discussions: Eliminates lost WhatsApp messages by keeping chats in portal.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Trail: Timestamped log of managerial instructions.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Employee Resolution &amp; Compliance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0" y="1207008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0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46320" y="16002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Alert: Real-time badges notify executive of new senior remarks.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Reply: Executive replies directly within the directive thread.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Action: Executive marks the directive as 'Resolved' once completed.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Visibility: High directive resolution rate reflects proactive execution.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CLOSING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Day-End Reporting &amp; Automated Emailer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8463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Planner Portal • User Training &amp; Operations Manual • Internal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Day-End Email Modal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207008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DISPATCH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16002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Summary: Compiles completed tasks, field visits, and logged expenses.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Text Editor: Add custom highlights, key challenges, or tomorrow's roadmap.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Recipient Routing: Pre-fills senior reporting managers and allows custom CCs.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Attachment: Automatically attaches standardized daily PDF reports.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Dispatches Clean HTML Emails with corporate branding.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Daily Accountability &amp; Attendance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0" y="1207008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0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46320" y="16002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Cut-off: Complete before 07:00 PM every working day.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Daily Milestones: Flags completed tasks and moves remaining to pending pool.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Cross-Department Sync: Keeps project managers and leadership aligned on progress.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History: Acts as proof of performance for appraisal and review cycles.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TOOLS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Team Manager Dashboard &amp; Oversight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8463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Planner Portal • User Training &amp; Operations Manual • Internal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Assigned Teams Matrix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0" y="1207008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28800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160020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overview of all subordinate team members.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indicators: Plan Submitted, Pending Approval, In Field, Day-End Sent.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filter by department or region.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109728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Team Workload Calendar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1207008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74720" y="160020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and weekly calendar views of team commitments.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visit density and avoids client visit clashes.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balanced task distribution across the roster.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1097280"/>
            <a:ext cx="2560320" cy="3566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Fast-Track Actions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0" y="1207008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0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17920" y="1600200"/>
            <a:ext cx="21945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Plan Approval / Review.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directive issuance.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claim validation and rejection remarks.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PDF/Excel export of team performance.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Analytics, AI Assistant &amp; Letterhead Exports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8463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Planner Portal • User Training &amp; Operations Manual • Internal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Plan Optimizer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207008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16002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Validation: Evaluates feasibility of daily schedules.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Detection: Flags unrealistic travel times between field visits.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Recommendations: Suggests prioritization improvements before submission.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 Suggestions: Highlights unresolved senior remarks.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Corporate Letterhead Exports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0" y="1207008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0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46320" y="16002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PDF Reports: Standardized company header, logo, and footer.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Workbooks: Granular breakdown for analytics and financial audits.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Date Filtering: Generate reports by Day, Week, Month, or Custom Range.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Client &amp; Board Presentation.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14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926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Golden Rules for Operational Success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84632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Planner Portal • User Training &amp; Operations Manual • Internal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5 Golden Operational Rules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207008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31520" y="16002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Plan Early: Submit plans by 09:00 AM or the evening prior.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Log Live: Update visit status and attach photos while on-site.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Attach Invoices Promptly: Upload bills immediately after incurring expenses.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Acknowledge Directives: Check and resolve senior feedback daily.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Complete Day-End Mail: Dispatch your daily summary before leaving for the day.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9577" y="1109554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🆘 Help &amp; Support Access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0" y="1207008"/>
            <a:ext cx="1097280" cy="2286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0" y="12070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46320" y="16002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Help Desk: Navigate to Dashboard &gt; Help Desk to raise queries.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Settings: Update notification settings and profile in User Settings.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Recovery: Autosaved drafts are stored in your browser session.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Support: Contact IT Administrator for role modifications.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1613</Words>
  <Application>Microsoft Macintosh PowerPoint</Application>
  <PresentationFormat>On-screen Show (16:9)</PresentationFormat>
  <Paragraphs>214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Puneet Oberoi</cp:lastModifiedBy>
  <cp:revision>2</cp:revision>
  <dcterms:created xsi:type="dcterms:W3CDTF">2026-10-09T04:56:37Z</dcterms:created>
  <dcterms:modified xsi:type="dcterms:W3CDTF">2026-10-09T05:18:16Z</dcterms:modified>
</cp:coreProperties>
</file>